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5119350" cy="21383625"/>
  <p:notesSz cx="6858000" cy="9144000"/>
  <p:embeddedFontLst>
    <p:embeddedFont>
      <p:font typeface="Comic Sans MS" panose="030F0702030302020204" pitchFamily="66" charset="0"/>
      <p:regular r:id="rId4"/>
      <p:bold r:id="rId5"/>
      <p:italic r:id="rId6"/>
      <p:boldItalic r:id="rId7"/>
    </p:embeddedFont>
    <p:embeddedFont>
      <p:font typeface="Georgia" panose="02040502050405020303" pitchFamily="18" charset="0"/>
      <p:regular r:id="rId8"/>
      <p:bold r:id="rId9"/>
      <p:italic r:id="rId10"/>
      <p:boldItalic r:id="rId11"/>
    </p:embeddedFont>
    <p:embeddedFont>
      <p:font typeface="Playfair Display" panose="00000500000000000000" pitchFamily="2" charset="0"/>
      <p:regular r:id="rId12"/>
      <p:bold r:id="rId13"/>
      <p:italic r:id="rId14"/>
      <p:boldItalic r:id="rId15"/>
    </p:embeddedFont>
    <p:embeddedFont>
      <p:font typeface="Tahoma" panose="020B0604030504040204" pitchFamily="34" charset="0"/>
      <p:regular r:id="rId16"/>
      <p:bold r:id="rId17"/>
    </p:embeddedFont>
    <p:embeddedFont>
      <p:font typeface="Trebuchet MS" panose="020B0603020202020204" pitchFamily="34" charset="0"/>
      <p:regular r:id="rId18"/>
      <p:bold r:id="rId19"/>
      <p:italic r:id="rId20"/>
      <p:boldItalic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6735">
          <p15:clr>
            <a:srgbClr val="A4A3A4"/>
          </p15:clr>
        </p15:guide>
        <p15:guide id="2" pos="4762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2" roundtripDataSignature="AMtx7mjKZm4pZ1+7wZMVppKcxmdmqmpOm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25" d="100"/>
          <a:sy n="25" d="100"/>
        </p:scale>
        <p:origin x="2635" y="53"/>
      </p:cViewPr>
      <p:guideLst>
        <p:guide orient="horz" pos="6735"/>
        <p:guide pos="476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13" Type="http://schemas.openxmlformats.org/officeDocument/2006/relationships/font" Target="fonts/font10.fntdata"/><Relationship Id="rId18" Type="http://schemas.openxmlformats.org/officeDocument/2006/relationships/font" Target="fonts/font15.fntdata"/><Relationship Id="rId26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21" Type="http://schemas.openxmlformats.org/officeDocument/2006/relationships/font" Target="fonts/font18.fntdata"/><Relationship Id="rId7" Type="http://schemas.openxmlformats.org/officeDocument/2006/relationships/font" Target="fonts/font4.fntdata"/><Relationship Id="rId12" Type="http://schemas.openxmlformats.org/officeDocument/2006/relationships/font" Target="fonts/font9.fntdata"/><Relationship Id="rId17" Type="http://schemas.openxmlformats.org/officeDocument/2006/relationships/font" Target="fonts/font14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13.fntdata"/><Relationship Id="rId20" Type="http://schemas.openxmlformats.org/officeDocument/2006/relationships/font" Target="fonts/font17.fntdata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font" Target="fonts/font8.fntdata"/><Relationship Id="rId24" Type="http://schemas.openxmlformats.org/officeDocument/2006/relationships/viewProps" Target="viewProps.xml"/><Relationship Id="rId5" Type="http://schemas.openxmlformats.org/officeDocument/2006/relationships/font" Target="fonts/font2.fntdata"/><Relationship Id="rId15" Type="http://schemas.openxmlformats.org/officeDocument/2006/relationships/font" Target="fonts/font12.fntdata"/><Relationship Id="rId23" Type="http://schemas.openxmlformats.org/officeDocument/2006/relationships/presProps" Target="presProps.xml"/><Relationship Id="rId10" Type="http://schemas.openxmlformats.org/officeDocument/2006/relationships/font" Target="fonts/font7.fntdata"/><Relationship Id="rId19" Type="http://schemas.openxmlformats.org/officeDocument/2006/relationships/font" Target="fonts/font16.fntdata"/><Relationship Id="rId4" Type="http://schemas.openxmlformats.org/officeDocument/2006/relationships/font" Target="fonts/font1.fntdata"/><Relationship Id="rId9" Type="http://schemas.openxmlformats.org/officeDocument/2006/relationships/font" Target="fonts/font6.fntdata"/><Relationship Id="rId14" Type="http://schemas.openxmlformats.org/officeDocument/2006/relationships/font" Target="fonts/font11.fntdata"/><Relationship Id="rId22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8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8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8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8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8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8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8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8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8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8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8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8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8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8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8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8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2217738" y="685800"/>
            <a:ext cx="24241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8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8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8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8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8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8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8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8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17738" y="685800"/>
            <a:ext cx="24241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7" name="Google Shape;87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1133951" y="3499590"/>
            <a:ext cx="12851448" cy="74446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21"/>
              <a:buFont typeface="Calibri"/>
              <a:buNone/>
              <a:defRPr sz="992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889919" y="11231355"/>
            <a:ext cx="11339513" cy="51627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654"/>
              </a:spcBef>
              <a:spcAft>
                <a:spcPts val="0"/>
              </a:spcAft>
              <a:buClr>
                <a:schemeClr val="dk1"/>
              </a:buClr>
              <a:buSzPts val="3968"/>
              <a:buNone/>
              <a:defRPr sz="3968"/>
            </a:lvl1pPr>
            <a:lvl2pPr lvl="1" algn="ctr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3307"/>
              <a:buNone/>
              <a:defRPr sz="3307"/>
            </a:lvl2pPr>
            <a:lvl3pPr lvl="2" algn="ctr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2976"/>
              <a:buNone/>
              <a:defRPr sz="2976"/>
            </a:lvl3pPr>
            <a:lvl4pPr lvl="3" algn="ctr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2646"/>
              <a:buNone/>
              <a:defRPr sz="2646"/>
            </a:lvl4pPr>
            <a:lvl5pPr lvl="4" algn="ctr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2646"/>
              <a:buNone/>
              <a:defRPr sz="2646"/>
            </a:lvl5pPr>
            <a:lvl6pPr lvl="5" algn="ctr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2646"/>
              <a:buNone/>
              <a:defRPr sz="2646"/>
            </a:lvl6pPr>
            <a:lvl7pPr lvl="6" algn="ctr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2646"/>
              <a:buNone/>
              <a:defRPr sz="2646"/>
            </a:lvl7pPr>
            <a:lvl8pPr lvl="7" algn="ctr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2646"/>
              <a:buNone/>
              <a:defRPr sz="2646"/>
            </a:lvl8pPr>
            <a:lvl9pPr lvl="8" algn="ctr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2646"/>
              <a:buNone/>
              <a:defRPr sz="2646"/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1039455" y="19819457"/>
            <a:ext cx="3401854" cy="1138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5008285" y="19819457"/>
            <a:ext cx="5102781" cy="1138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10678041" y="19819457"/>
            <a:ext cx="3401854" cy="1138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1039456" y="1138485"/>
            <a:ext cx="13040439" cy="41331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1039456" y="5692400"/>
            <a:ext cx="13040439" cy="135677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6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1039455" y="19819457"/>
            <a:ext cx="3401854" cy="1138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5008285" y="19819457"/>
            <a:ext cx="5102781" cy="1138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10678041" y="19819457"/>
            <a:ext cx="3401854" cy="1138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1031582" y="5331063"/>
            <a:ext cx="13040439" cy="8894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21"/>
              <a:buFont typeface="Calibri"/>
              <a:buNone/>
              <a:defRPr sz="992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1031582" y="14310205"/>
            <a:ext cx="13040439" cy="4677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654"/>
              </a:spcBef>
              <a:spcAft>
                <a:spcPts val="0"/>
              </a:spcAft>
              <a:buClr>
                <a:schemeClr val="dk1"/>
              </a:buClr>
              <a:buSzPts val="3968"/>
              <a:buNone/>
              <a:defRPr sz="3968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rgbClr val="888888"/>
              </a:buClr>
              <a:buSzPts val="3307"/>
              <a:buNone/>
              <a:defRPr sz="3307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rgbClr val="888888"/>
              </a:buClr>
              <a:buSzPts val="2976"/>
              <a:buNone/>
              <a:defRPr sz="2976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rgbClr val="888888"/>
              </a:buClr>
              <a:buSzPts val="2646"/>
              <a:buNone/>
              <a:defRPr sz="2646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rgbClr val="888888"/>
              </a:buClr>
              <a:buSzPts val="2646"/>
              <a:buNone/>
              <a:defRPr sz="2646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rgbClr val="888888"/>
              </a:buClr>
              <a:buSzPts val="2646"/>
              <a:buNone/>
              <a:defRPr sz="2646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rgbClr val="888888"/>
              </a:buClr>
              <a:buSzPts val="2646"/>
              <a:buNone/>
              <a:defRPr sz="2646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rgbClr val="888888"/>
              </a:buClr>
              <a:buSzPts val="2646"/>
              <a:buNone/>
              <a:defRPr sz="2646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rgbClr val="888888"/>
              </a:buClr>
              <a:buSzPts val="2646"/>
              <a:buNone/>
              <a:defRPr sz="2646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1039455" y="19819457"/>
            <a:ext cx="3401854" cy="1138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5008285" y="19819457"/>
            <a:ext cx="5102781" cy="1138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10678041" y="19819457"/>
            <a:ext cx="3401854" cy="1138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1039456" y="1138485"/>
            <a:ext cx="13040439" cy="41331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1039455" y="5692400"/>
            <a:ext cx="6425724" cy="135677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6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7654171" y="5692400"/>
            <a:ext cx="6425724" cy="135677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6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1039455" y="19819457"/>
            <a:ext cx="3401854" cy="1138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5008285" y="19819457"/>
            <a:ext cx="5102781" cy="1138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10678041" y="19819457"/>
            <a:ext cx="3401854" cy="1138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1041425" y="1138485"/>
            <a:ext cx="13040439" cy="41331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1041426" y="5241960"/>
            <a:ext cx="6396193" cy="25690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654"/>
              </a:spcBef>
              <a:spcAft>
                <a:spcPts val="0"/>
              </a:spcAft>
              <a:buClr>
                <a:schemeClr val="dk1"/>
              </a:buClr>
              <a:buSzPts val="3968"/>
              <a:buNone/>
              <a:defRPr sz="3968" b="1"/>
            </a:lvl1pPr>
            <a:lvl2pPr marL="914400" lvl="1" indent="-2286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3307"/>
              <a:buNone/>
              <a:defRPr sz="3307" b="1"/>
            </a:lvl2pPr>
            <a:lvl3pPr marL="1371600" lvl="2" indent="-2286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2976"/>
              <a:buNone/>
              <a:defRPr sz="2976" b="1"/>
            </a:lvl3pPr>
            <a:lvl4pPr marL="1828800" lvl="3" indent="-2286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2646"/>
              <a:buNone/>
              <a:defRPr sz="2646" b="1"/>
            </a:lvl4pPr>
            <a:lvl5pPr marL="2286000" lvl="4" indent="-2286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2646"/>
              <a:buNone/>
              <a:defRPr sz="2646" b="1"/>
            </a:lvl5pPr>
            <a:lvl6pPr marL="2743200" lvl="5" indent="-2286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2646"/>
              <a:buNone/>
              <a:defRPr sz="2646" b="1"/>
            </a:lvl6pPr>
            <a:lvl7pPr marL="3200400" lvl="6" indent="-2286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2646"/>
              <a:buNone/>
              <a:defRPr sz="2646" b="1"/>
            </a:lvl7pPr>
            <a:lvl8pPr marL="3657600" lvl="7" indent="-2286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2646"/>
              <a:buNone/>
              <a:defRPr sz="2646" b="1"/>
            </a:lvl8pPr>
            <a:lvl9pPr marL="4114800" lvl="8" indent="-2286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2646"/>
              <a:buNone/>
              <a:defRPr sz="2646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1041426" y="7810963"/>
            <a:ext cx="6396193" cy="1148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6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7654172" y="5241960"/>
            <a:ext cx="6427693" cy="25690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654"/>
              </a:spcBef>
              <a:spcAft>
                <a:spcPts val="0"/>
              </a:spcAft>
              <a:buClr>
                <a:schemeClr val="dk1"/>
              </a:buClr>
              <a:buSzPts val="3968"/>
              <a:buNone/>
              <a:defRPr sz="3968" b="1"/>
            </a:lvl1pPr>
            <a:lvl2pPr marL="914400" lvl="1" indent="-2286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3307"/>
              <a:buNone/>
              <a:defRPr sz="3307" b="1"/>
            </a:lvl2pPr>
            <a:lvl3pPr marL="1371600" lvl="2" indent="-2286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2976"/>
              <a:buNone/>
              <a:defRPr sz="2976" b="1"/>
            </a:lvl3pPr>
            <a:lvl4pPr marL="1828800" lvl="3" indent="-2286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2646"/>
              <a:buNone/>
              <a:defRPr sz="2646" b="1"/>
            </a:lvl4pPr>
            <a:lvl5pPr marL="2286000" lvl="4" indent="-2286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2646"/>
              <a:buNone/>
              <a:defRPr sz="2646" b="1"/>
            </a:lvl5pPr>
            <a:lvl6pPr marL="2743200" lvl="5" indent="-2286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2646"/>
              <a:buNone/>
              <a:defRPr sz="2646" b="1"/>
            </a:lvl6pPr>
            <a:lvl7pPr marL="3200400" lvl="6" indent="-2286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2646"/>
              <a:buNone/>
              <a:defRPr sz="2646" b="1"/>
            </a:lvl7pPr>
            <a:lvl8pPr marL="3657600" lvl="7" indent="-2286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2646"/>
              <a:buNone/>
              <a:defRPr sz="2646" b="1"/>
            </a:lvl8pPr>
            <a:lvl9pPr marL="4114800" lvl="8" indent="-2286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2646"/>
              <a:buNone/>
              <a:defRPr sz="2646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7654172" y="7810963"/>
            <a:ext cx="6427693" cy="1148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6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1039455" y="19819457"/>
            <a:ext cx="3401854" cy="1138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5008285" y="19819457"/>
            <a:ext cx="5102781" cy="1138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10678041" y="19819457"/>
            <a:ext cx="3401854" cy="1138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1039456" y="1138485"/>
            <a:ext cx="13040439" cy="41331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1039455" y="19819457"/>
            <a:ext cx="3401854" cy="1138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5008285" y="19819457"/>
            <a:ext cx="5102781" cy="1138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10678041" y="19819457"/>
            <a:ext cx="3401854" cy="1138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dt" idx="10"/>
          </p:nvPr>
        </p:nvSpPr>
        <p:spPr>
          <a:xfrm>
            <a:off x="1039455" y="19819457"/>
            <a:ext cx="3401854" cy="1138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ftr" idx="11"/>
          </p:nvPr>
        </p:nvSpPr>
        <p:spPr>
          <a:xfrm>
            <a:off x="5008285" y="19819457"/>
            <a:ext cx="5102781" cy="1138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sldNum" idx="12"/>
          </p:nvPr>
        </p:nvSpPr>
        <p:spPr>
          <a:xfrm>
            <a:off x="10678041" y="19819457"/>
            <a:ext cx="3401854" cy="1138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0"/>
          <p:cNvSpPr txBox="1">
            <a:spLocks noGrp="1"/>
          </p:cNvSpPr>
          <p:nvPr>
            <p:ph type="title"/>
          </p:nvPr>
        </p:nvSpPr>
        <p:spPr>
          <a:xfrm>
            <a:off x="1041425" y="1425575"/>
            <a:ext cx="4876384" cy="4989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91"/>
              <a:buFont typeface="Calibri"/>
              <a:buNone/>
              <a:defRPr sz="529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0"/>
          <p:cNvSpPr txBox="1">
            <a:spLocks noGrp="1"/>
          </p:cNvSpPr>
          <p:nvPr>
            <p:ph type="body" idx="1"/>
          </p:nvPr>
        </p:nvSpPr>
        <p:spPr>
          <a:xfrm>
            <a:off x="6427693" y="3078850"/>
            <a:ext cx="7654171" cy="15196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564578" algn="l">
              <a:lnSpc>
                <a:spcPct val="90000"/>
              </a:lnSpc>
              <a:spcBef>
                <a:spcPts val="1654"/>
              </a:spcBef>
              <a:spcAft>
                <a:spcPts val="0"/>
              </a:spcAft>
              <a:buClr>
                <a:schemeClr val="dk1"/>
              </a:buClr>
              <a:buSzPts val="5291"/>
              <a:buChar char="•"/>
              <a:defRPr sz="5291"/>
            </a:lvl1pPr>
            <a:lvl2pPr marL="914400" lvl="1" indent="-522605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4630"/>
              <a:buChar char="•"/>
              <a:defRPr sz="4630"/>
            </a:lvl2pPr>
            <a:lvl3pPr marL="1371600" lvl="2" indent="-480567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3968"/>
              <a:buChar char="•"/>
              <a:defRPr sz="3968"/>
            </a:lvl3pPr>
            <a:lvl4pPr marL="1828800" lvl="3" indent="-438594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3307"/>
              <a:buChar char="•"/>
              <a:defRPr sz="3307"/>
            </a:lvl4pPr>
            <a:lvl5pPr marL="2286000" lvl="4" indent="-438594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3307"/>
              <a:buChar char="•"/>
              <a:defRPr sz="3307"/>
            </a:lvl5pPr>
            <a:lvl6pPr marL="2743200" lvl="5" indent="-438594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3307"/>
              <a:buChar char="•"/>
              <a:defRPr sz="3307"/>
            </a:lvl6pPr>
            <a:lvl7pPr marL="3200400" lvl="6" indent="-438594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3307"/>
              <a:buChar char="•"/>
              <a:defRPr sz="3307"/>
            </a:lvl7pPr>
            <a:lvl8pPr marL="3657600" lvl="7" indent="-438594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3307"/>
              <a:buChar char="•"/>
              <a:defRPr sz="3307"/>
            </a:lvl8pPr>
            <a:lvl9pPr marL="4114800" lvl="8" indent="-438594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3307"/>
              <a:buChar char="•"/>
              <a:defRPr sz="3307"/>
            </a:lvl9pPr>
          </a:lstStyle>
          <a:p>
            <a:endParaRPr/>
          </a:p>
        </p:txBody>
      </p:sp>
      <p:sp>
        <p:nvSpPr>
          <p:cNvPr id="61" name="Google Shape;61;p10"/>
          <p:cNvSpPr txBox="1">
            <a:spLocks noGrp="1"/>
          </p:cNvSpPr>
          <p:nvPr>
            <p:ph type="body" idx="2"/>
          </p:nvPr>
        </p:nvSpPr>
        <p:spPr>
          <a:xfrm>
            <a:off x="1041425" y="6415088"/>
            <a:ext cx="4876384" cy="11884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654"/>
              </a:spcBef>
              <a:spcAft>
                <a:spcPts val="0"/>
              </a:spcAft>
              <a:buClr>
                <a:schemeClr val="dk1"/>
              </a:buClr>
              <a:buSzPts val="2646"/>
              <a:buNone/>
              <a:defRPr sz="2646"/>
            </a:lvl1pPr>
            <a:lvl2pPr marL="914400" lvl="1" indent="-2286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2315"/>
              <a:buNone/>
              <a:defRPr sz="2315"/>
            </a:lvl2pPr>
            <a:lvl3pPr marL="1371600" lvl="2" indent="-2286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984"/>
              <a:buNone/>
              <a:defRPr sz="1984"/>
            </a:lvl3pPr>
            <a:lvl4pPr marL="1828800" lvl="3" indent="-2286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654"/>
              <a:buNone/>
              <a:defRPr sz="1654"/>
            </a:lvl4pPr>
            <a:lvl5pPr marL="2286000" lvl="4" indent="-2286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654"/>
              <a:buNone/>
              <a:defRPr sz="1654"/>
            </a:lvl5pPr>
            <a:lvl6pPr marL="2743200" lvl="5" indent="-2286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654"/>
              <a:buNone/>
              <a:defRPr sz="1654"/>
            </a:lvl6pPr>
            <a:lvl7pPr marL="3200400" lvl="6" indent="-2286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654"/>
              <a:buNone/>
              <a:defRPr sz="1654"/>
            </a:lvl7pPr>
            <a:lvl8pPr marL="3657600" lvl="7" indent="-2286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654"/>
              <a:buNone/>
              <a:defRPr sz="1654"/>
            </a:lvl8pPr>
            <a:lvl9pPr marL="4114800" lvl="8" indent="-2286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654"/>
              <a:buNone/>
              <a:defRPr sz="1654"/>
            </a:lvl9pPr>
          </a:lstStyle>
          <a:p>
            <a:endParaRPr/>
          </a:p>
        </p:txBody>
      </p:sp>
      <p:sp>
        <p:nvSpPr>
          <p:cNvPr id="62" name="Google Shape;62;p10"/>
          <p:cNvSpPr txBox="1">
            <a:spLocks noGrp="1"/>
          </p:cNvSpPr>
          <p:nvPr>
            <p:ph type="dt" idx="10"/>
          </p:nvPr>
        </p:nvSpPr>
        <p:spPr>
          <a:xfrm>
            <a:off x="1039455" y="19819457"/>
            <a:ext cx="3401854" cy="1138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 txBox="1">
            <a:spLocks noGrp="1"/>
          </p:cNvSpPr>
          <p:nvPr>
            <p:ph type="ftr" idx="11"/>
          </p:nvPr>
        </p:nvSpPr>
        <p:spPr>
          <a:xfrm>
            <a:off x="5008285" y="19819457"/>
            <a:ext cx="5102781" cy="1138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0"/>
          <p:cNvSpPr txBox="1">
            <a:spLocks noGrp="1"/>
          </p:cNvSpPr>
          <p:nvPr>
            <p:ph type="sldNum" idx="12"/>
          </p:nvPr>
        </p:nvSpPr>
        <p:spPr>
          <a:xfrm>
            <a:off x="10678041" y="19819457"/>
            <a:ext cx="3401854" cy="1138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1"/>
          <p:cNvSpPr txBox="1">
            <a:spLocks noGrp="1"/>
          </p:cNvSpPr>
          <p:nvPr>
            <p:ph type="title"/>
          </p:nvPr>
        </p:nvSpPr>
        <p:spPr>
          <a:xfrm>
            <a:off x="1041425" y="1425575"/>
            <a:ext cx="4876384" cy="4989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91"/>
              <a:buFont typeface="Calibri"/>
              <a:buNone/>
              <a:defRPr sz="529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1"/>
          <p:cNvSpPr>
            <a:spLocks noGrp="1"/>
          </p:cNvSpPr>
          <p:nvPr>
            <p:ph type="pic" idx="2"/>
          </p:nvPr>
        </p:nvSpPr>
        <p:spPr>
          <a:xfrm>
            <a:off x="6427693" y="3078850"/>
            <a:ext cx="7654171" cy="15196234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1"/>
          <p:cNvSpPr txBox="1">
            <a:spLocks noGrp="1"/>
          </p:cNvSpPr>
          <p:nvPr>
            <p:ph type="body" idx="1"/>
          </p:nvPr>
        </p:nvSpPr>
        <p:spPr>
          <a:xfrm>
            <a:off x="1041425" y="6415088"/>
            <a:ext cx="4876384" cy="11884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654"/>
              </a:spcBef>
              <a:spcAft>
                <a:spcPts val="0"/>
              </a:spcAft>
              <a:buClr>
                <a:schemeClr val="dk1"/>
              </a:buClr>
              <a:buSzPts val="2646"/>
              <a:buNone/>
              <a:defRPr sz="2646"/>
            </a:lvl1pPr>
            <a:lvl2pPr marL="914400" lvl="1" indent="-2286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2315"/>
              <a:buNone/>
              <a:defRPr sz="2315"/>
            </a:lvl2pPr>
            <a:lvl3pPr marL="1371600" lvl="2" indent="-2286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984"/>
              <a:buNone/>
              <a:defRPr sz="1984"/>
            </a:lvl3pPr>
            <a:lvl4pPr marL="1828800" lvl="3" indent="-2286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654"/>
              <a:buNone/>
              <a:defRPr sz="1654"/>
            </a:lvl4pPr>
            <a:lvl5pPr marL="2286000" lvl="4" indent="-2286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654"/>
              <a:buNone/>
              <a:defRPr sz="1654"/>
            </a:lvl5pPr>
            <a:lvl6pPr marL="2743200" lvl="5" indent="-2286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654"/>
              <a:buNone/>
              <a:defRPr sz="1654"/>
            </a:lvl6pPr>
            <a:lvl7pPr marL="3200400" lvl="6" indent="-2286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654"/>
              <a:buNone/>
              <a:defRPr sz="1654"/>
            </a:lvl7pPr>
            <a:lvl8pPr marL="3657600" lvl="7" indent="-2286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654"/>
              <a:buNone/>
              <a:defRPr sz="1654"/>
            </a:lvl8pPr>
            <a:lvl9pPr marL="4114800" lvl="8" indent="-2286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654"/>
              <a:buNone/>
              <a:defRPr sz="1654"/>
            </a:lvl9pPr>
          </a:lstStyle>
          <a:p>
            <a:endParaRPr/>
          </a:p>
        </p:txBody>
      </p:sp>
      <p:sp>
        <p:nvSpPr>
          <p:cNvPr id="69" name="Google Shape;69;p11"/>
          <p:cNvSpPr txBox="1">
            <a:spLocks noGrp="1"/>
          </p:cNvSpPr>
          <p:nvPr>
            <p:ph type="dt" idx="10"/>
          </p:nvPr>
        </p:nvSpPr>
        <p:spPr>
          <a:xfrm>
            <a:off x="1039455" y="19819457"/>
            <a:ext cx="3401854" cy="1138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ftr" idx="11"/>
          </p:nvPr>
        </p:nvSpPr>
        <p:spPr>
          <a:xfrm>
            <a:off x="5008285" y="19819457"/>
            <a:ext cx="5102781" cy="1138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sldNum" idx="12"/>
          </p:nvPr>
        </p:nvSpPr>
        <p:spPr>
          <a:xfrm>
            <a:off x="10678041" y="19819457"/>
            <a:ext cx="3401854" cy="1138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2"/>
          <p:cNvSpPr txBox="1">
            <a:spLocks noGrp="1"/>
          </p:cNvSpPr>
          <p:nvPr>
            <p:ph type="title"/>
          </p:nvPr>
        </p:nvSpPr>
        <p:spPr>
          <a:xfrm>
            <a:off x="1039456" y="1138485"/>
            <a:ext cx="13040439" cy="41331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2"/>
          <p:cNvSpPr txBox="1">
            <a:spLocks noGrp="1"/>
          </p:cNvSpPr>
          <p:nvPr>
            <p:ph type="body" idx="1"/>
          </p:nvPr>
        </p:nvSpPr>
        <p:spPr>
          <a:xfrm rot="5400000">
            <a:off x="775818" y="5956038"/>
            <a:ext cx="13567714" cy="13040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6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2"/>
          <p:cNvSpPr txBox="1">
            <a:spLocks noGrp="1"/>
          </p:cNvSpPr>
          <p:nvPr>
            <p:ph type="dt" idx="10"/>
          </p:nvPr>
        </p:nvSpPr>
        <p:spPr>
          <a:xfrm>
            <a:off x="1039455" y="19819457"/>
            <a:ext cx="3401854" cy="1138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ftr" idx="11"/>
          </p:nvPr>
        </p:nvSpPr>
        <p:spPr>
          <a:xfrm>
            <a:off x="5008285" y="19819457"/>
            <a:ext cx="5102781" cy="1138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sldNum" idx="12"/>
          </p:nvPr>
        </p:nvSpPr>
        <p:spPr>
          <a:xfrm>
            <a:off x="10678041" y="19819457"/>
            <a:ext cx="3401854" cy="1138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3"/>
          <p:cNvSpPr txBox="1">
            <a:spLocks noGrp="1"/>
          </p:cNvSpPr>
          <p:nvPr>
            <p:ph type="title"/>
          </p:nvPr>
        </p:nvSpPr>
        <p:spPr>
          <a:xfrm rot="5400000">
            <a:off x="3389024" y="8569242"/>
            <a:ext cx="18121634" cy="326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3"/>
          <p:cNvSpPr txBox="1">
            <a:spLocks noGrp="1"/>
          </p:cNvSpPr>
          <p:nvPr>
            <p:ph type="body" idx="1"/>
          </p:nvPr>
        </p:nvSpPr>
        <p:spPr>
          <a:xfrm rot="5400000">
            <a:off x="-3225692" y="5403628"/>
            <a:ext cx="18121634" cy="959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6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3"/>
          <p:cNvSpPr txBox="1">
            <a:spLocks noGrp="1"/>
          </p:cNvSpPr>
          <p:nvPr>
            <p:ph type="dt" idx="10"/>
          </p:nvPr>
        </p:nvSpPr>
        <p:spPr>
          <a:xfrm>
            <a:off x="1039455" y="19819457"/>
            <a:ext cx="3401854" cy="1138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3"/>
          <p:cNvSpPr txBox="1">
            <a:spLocks noGrp="1"/>
          </p:cNvSpPr>
          <p:nvPr>
            <p:ph type="ftr" idx="11"/>
          </p:nvPr>
        </p:nvSpPr>
        <p:spPr>
          <a:xfrm>
            <a:off x="5008285" y="19819457"/>
            <a:ext cx="5102781" cy="1138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3"/>
          <p:cNvSpPr txBox="1">
            <a:spLocks noGrp="1"/>
          </p:cNvSpPr>
          <p:nvPr>
            <p:ph type="sldNum" idx="12"/>
          </p:nvPr>
        </p:nvSpPr>
        <p:spPr>
          <a:xfrm>
            <a:off x="10678041" y="19819457"/>
            <a:ext cx="3401854" cy="1138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title"/>
          </p:nvPr>
        </p:nvSpPr>
        <p:spPr>
          <a:xfrm>
            <a:off x="1039456" y="1138485"/>
            <a:ext cx="13040439" cy="41331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75"/>
              <a:buFont typeface="Calibri"/>
              <a:buNone/>
              <a:defRPr sz="727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body" idx="1"/>
          </p:nvPr>
        </p:nvSpPr>
        <p:spPr>
          <a:xfrm>
            <a:off x="1039456" y="5692400"/>
            <a:ext cx="13040439" cy="135677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522605" algn="l" rtl="0">
              <a:lnSpc>
                <a:spcPct val="90000"/>
              </a:lnSpc>
              <a:spcBef>
                <a:spcPts val="1654"/>
              </a:spcBef>
              <a:spcAft>
                <a:spcPts val="0"/>
              </a:spcAft>
              <a:buClr>
                <a:schemeClr val="dk1"/>
              </a:buClr>
              <a:buSzPts val="4630"/>
              <a:buFont typeface="Arial"/>
              <a:buChar char="•"/>
              <a:defRPr sz="46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80568" algn="l" rtl="0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3968"/>
              <a:buFont typeface="Arial"/>
              <a:buChar char="•"/>
              <a:defRPr sz="396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438594" algn="l" rtl="0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3307"/>
              <a:buFont typeface="Arial"/>
              <a:buChar char="•"/>
              <a:defRPr sz="330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417575" algn="l" rtl="0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2976"/>
              <a:buFont typeface="Arial"/>
              <a:buChar char="•"/>
              <a:defRPr sz="297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417576" algn="l" rtl="0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2976"/>
              <a:buFont typeface="Arial"/>
              <a:buChar char="•"/>
              <a:defRPr sz="297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417576" algn="l" rtl="0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2976"/>
              <a:buFont typeface="Arial"/>
              <a:buChar char="•"/>
              <a:defRPr sz="297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417576" algn="l" rtl="0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2976"/>
              <a:buFont typeface="Arial"/>
              <a:buChar char="•"/>
              <a:defRPr sz="297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417576" algn="l" rtl="0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2976"/>
              <a:buFont typeface="Arial"/>
              <a:buChar char="•"/>
              <a:defRPr sz="297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417576" algn="l" rtl="0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2976"/>
              <a:buFont typeface="Arial"/>
              <a:buChar char="•"/>
              <a:defRPr sz="297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1039455" y="19819457"/>
            <a:ext cx="3401854" cy="1138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8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5008285" y="19819457"/>
            <a:ext cx="5102781" cy="1138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98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10678041" y="19819457"/>
            <a:ext cx="3401854" cy="1138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98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98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98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98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98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98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98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98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98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/>
          <p:nvPr/>
        </p:nvSpPr>
        <p:spPr>
          <a:xfrm>
            <a:off x="7710237" y="1866335"/>
            <a:ext cx="7316458" cy="19230332"/>
          </a:xfrm>
          <a:prstGeom prst="roundRect">
            <a:avLst>
              <a:gd name="adj" fmla="val 2556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8250" tIns="19125" rIns="38250" bIns="191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7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"/>
          <p:cNvSpPr/>
          <p:nvPr/>
        </p:nvSpPr>
        <p:spPr>
          <a:xfrm>
            <a:off x="91439" y="41090"/>
            <a:ext cx="14935940" cy="179583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8250" tIns="19125" rIns="38250" bIns="191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b="1" i="0" u="none" strike="noStrike" cap="none">
                <a:solidFill>
                  <a:srgbClr val="002060"/>
                </a:solidFill>
                <a:latin typeface="Trebuchet MS"/>
                <a:ea typeface="Trebuchet MS"/>
                <a:cs typeface="Trebuchet MS"/>
                <a:sym typeface="Trebuchet MS"/>
              </a:rPr>
              <a:t>RV College of Engineering, Bengaluru – 560059.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600" b="1" i="0" u="none" strike="noStrike" cap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600" b="1" i="0" u="none" strike="noStrike" cap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2079591" y="566806"/>
            <a:ext cx="10258425" cy="4079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250" tIns="19125" rIns="38250" bIns="1912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b="1" i="0" u="none" strike="noStrike" cap="none">
                <a:solidFill>
                  <a:srgbClr val="833C0B"/>
                </a:solidFill>
                <a:latin typeface="Trebuchet MS"/>
                <a:ea typeface="Trebuchet MS"/>
                <a:cs typeface="Trebuchet MS"/>
                <a:sym typeface="Trebuchet MS"/>
              </a:rPr>
              <a:t>Project Title: </a:t>
            </a:r>
            <a:endParaRPr/>
          </a:p>
        </p:txBody>
      </p:sp>
      <p:sp>
        <p:nvSpPr>
          <p:cNvPr id="92" name="Google Shape;92;p1"/>
          <p:cNvSpPr txBox="1"/>
          <p:nvPr/>
        </p:nvSpPr>
        <p:spPr>
          <a:xfrm>
            <a:off x="1520839" y="1175745"/>
            <a:ext cx="12077139" cy="65418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38250" tIns="19125" rIns="38250" bIns="1912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 b="0" i="0" u="none" strike="noStrike" cap="non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Student Name 1 | Student Name 2 | Student Name 3 | Student Name 4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 b="0" i="0" u="none" strike="noStrike" cap="non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USN 1 | USN 2 | USN 3 | USN 4  </a:t>
            </a:r>
            <a:endParaRPr sz="2000" b="0" i="0" u="none" strike="noStrike" cap="none">
              <a:solidFill>
                <a:srgbClr val="97532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/>
          <p:nvPr/>
        </p:nvSpPr>
        <p:spPr>
          <a:xfrm>
            <a:off x="7846751" y="14774675"/>
            <a:ext cx="7049317" cy="10845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250" tIns="19125" rIns="38250" bIns="19125" anchor="t" anchorCtr="0">
            <a:noAutofit/>
          </a:bodyPr>
          <a:lstStyle/>
          <a:p>
            <a:pPr marL="143538" marR="0" lvl="0" indent="-74427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88" b="0" i="0" u="none" strike="noStrike" cap="none">
              <a:solidFill>
                <a:srgbClr val="0033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94" name="Google Shape;94;p1"/>
          <p:cNvSpPr/>
          <p:nvPr/>
        </p:nvSpPr>
        <p:spPr>
          <a:xfrm>
            <a:off x="-350871" y="2851916"/>
            <a:ext cx="15119350" cy="560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250" tIns="19125" rIns="38250" bIns="19125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391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"/>
          <p:cNvSpPr/>
          <p:nvPr/>
        </p:nvSpPr>
        <p:spPr>
          <a:xfrm>
            <a:off x="350871" y="11322617"/>
            <a:ext cx="77085" cy="154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250" tIns="19125" rIns="38250" bIns="19125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753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"/>
          <p:cNvSpPr/>
          <p:nvPr/>
        </p:nvSpPr>
        <p:spPr>
          <a:xfrm>
            <a:off x="0" y="2851916"/>
            <a:ext cx="15119350" cy="560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250" tIns="19125" rIns="38250" bIns="19125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391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"/>
          <p:cNvSpPr/>
          <p:nvPr/>
        </p:nvSpPr>
        <p:spPr>
          <a:xfrm>
            <a:off x="0" y="10361751"/>
            <a:ext cx="15119350" cy="560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250" tIns="19125" rIns="38250" bIns="19125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391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"/>
          <p:cNvSpPr/>
          <p:nvPr/>
        </p:nvSpPr>
        <p:spPr>
          <a:xfrm>
            <a:off x="0" y="10309918"/>
            <a:ext cx="15119350" cy="560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250" tIns="19125" rIns="38250" bIns="19125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391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"/>
          <p:cNvSpPr/>
          <p:nvPr/>
        </p:nvSpPr>
        <p:spPr>
          <a:xfrm>
            <a:off x="0" y="10309918"/>
            <a:ext cx="15119350" cy="560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250" tIns="19125" rIns="38250" bIns="19125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391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"/>
          <p:cNvSpPr txBox="1"/>
          <p:nvPr/>
        </p:nvSpPr>
        <p:spPr>
          <a:xfrm>
            <a:off x="7846751" y="16146261"/>
            <a:ext cx="5837217" cy="154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250" tIns="19125" rIns="38250" bIns="1912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753" b="0" i="0" u="none" strike="noStrike" cap="none">
              <a:solidFill>
                <a:schemeClr val="accent2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01" name="Google Shape;101;p1"/>
          <p:cNvSpPr txBox="1"/>
          <p:nvPr/>
        </p:nvSpPr>
        <p:spPr>
          <a:xfrm>
            <a:off x="4210452" y="16241953"/>
            <a:ext cx="988818" cy="20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250" tIns="19125" rIns="38250" bIns="1912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88" b="0" i="0" u="none" strike="noStrike" cap="none">
              <a:solidFill>
                <a:schemeClr val="lt2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02" name="Google Shape;102;p1"/>
          <p:cNvSpPr/>
          <p:nvPr/>
        </p:nvSpPr>
        <p:spPr>
          <a:xfrm>
            <a:off x="0" y="10361751"/>
            <a:ext cx="15119350" cy="560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250" tIns="19125" rIns="38250" bIns="19125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391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"/>
          <p:cNvSpPr/>
          <p:nvPr/>
        </p:nvSpPr>
        <p:spPr>
          <a:xfrm>
            <a:off x="0" y="10361751"/>
            <a:ext cx="15119350" cy="560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250" tIns="19125" rIns="38250" bIns="19125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391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"/>
          <p:cNvSpPr txBox="1"/>
          <p:nvPr/>
        </p:nvSpPr>
        <p:spPr>
          <a:xfrm>
            <a:off x="9345927" y="6340480"/>
            <a:ext cx="988818" cy="20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250" tIns="19125" rIns="38250" bIns="1912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88" b="0" i="0" u="none" strike="noStrike" cap="none">
              <a:solidFill>
                <a:schemeClr val="lt2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05" name="Google Shape;105;p1"/>
          <p:cNvSpPr txBox="1"/>
          <p:nvPr/>
        </p:nvSpPr>
        <p:spPr>
          <a:xfrm>
            <a:off x="12057203" y="6353771"/>
            <a:ext cx="988818" cy="20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250" tIns="19125" rIns="38250" bIns="1912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88" b="0" i="0" u="none" strike="noStrike" cap="none">
              <a:solidFill>
                <a:schemeClr val="lt2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06" name="Google Shape;106;p1"/>
          <p:cNvSpPr/>
          <p:nvPr/>
        </p:nvSpPr>
        <p:spPr>
          <a:xfrm>
            <a:off x="0" y="2851916"/>
            <a:ext cx="15119350" cy="560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250" tIns="19125" rIns="38250" bIns="19125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391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"/>
          <p:cNvSpPr/>
          <p:nvPr/>
        </p:nvSpPr>
        <p:spPr>
          <a:xfrm>
            <a:off x="0" y="2947608"/>
            <a:ext cx="15119350" cy="560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250" tIns="19125" rIns="38250" bIns="19125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391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"/>
          <p:cNvSpPr/>
          <p:nvPr/>
        </p:nvSpPr>
        <p:spPr>
          <a:xfrm>
            <a:off x="0" y="4231476"/>
            <a:ext cx="15119350" cy="560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250" tIns="19125" rIns="38250" bIns="19125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391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"/>
          <p:cNvSpPr/>
          <p:nvPr/>
        </p:nvSpPr>
        <p:spPr>
          <a:xfrm>
            <a:off x="191385" y="3828772"/>
            <a:ext cx="15119350" cy="560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250" tIns="19125" rIns="38250" bIns="19125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391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"/>
          <p:cNvSpPr/>
          <p:nvPr/>
        </p:nvSpPr>
        <p:spPr>
          <a:xfrm>
            <a:off x="191385" y="4542476"/>
            <a:ext cx="15119350" cy="560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250" tIns="19125" rIns="38250" bIns="19125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391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1" name="Google Shape;111;p1"/>
          <p:cNvGrpSpPr/>
          <p:nvPr/>
        </p:nvGrpSpPr>
        <p:grpSpPr>
          <a:xfrm>
            <a:off x="142752" y="1968997"/>
            <a:ext cx="7519803" cy="19230333"/>
            <a:chOff x="26374694" y="8524168"/>
            <a:chExt cx="17964396" cy="28277704"/>
          </a:xfrm>
        </p:grpSpPr>
        <p:sp>
          <p:nvSpPr>
            <p:cNvPr id="112" name="Google Shape;112;p1"/>
            <p:cNvSpPr/>
            <p:nvPr/>
          </p:nvSpPr>
          <p:spPr>
            <a:xfrm>
              <a:off x="26374694" y="8524168"/>
              <a:ext cx="17964396" cy="28277704"/>
            </a:xfrm>
            <a:prstGeom prst="roundRect">
              <a:avLst>
                <a:gd name="adj" fmla="val 2556"/>
              </a:avLst>
            </a:prstGeom>
            <a:solidFill>
              <a:schemeClr val="lt1"/>
            </a:solidFill>
            <a:ln w="12700" cap="flat" cmpd="sng">
              <a:solidFill>
                <a:schemeClr val="accent3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38250" tIns="19125" rIns="38250" bIns="1912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50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507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             </a:t>
              </a:r>
              <a:endParaRPr sz="150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" name="Google Shape;113;p1"/>
            <p:cNvSpPr txBox="1"/>
            <p:nvPr/>
          </p:nvSpPr>
          <p:spPr>
            <a:xfrm>
              <a:off x="26650065" y="8801932"/>
              <a:ext cx="17344338" cy="473653"/>
            </a:xfrm>
            <a:prstGeom prst="rect">
              <a:avLst/>
            </a:prstGeom>
            <a:solidFill>
              <a:srgbClr val="FFC000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38250" tIns="19125" rIns="38250" bIns="19125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842" b="1" i="0" u="none" strike="noStrike" cap="none">
                  <a:solidFill>
                    <a:srgbClr val="00206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Introduction</a:t>
              </a:r>
              <a:endParaRPr sz="1842" b="1" i="0" u="none" strike="noStrike" cap="none">
                <a:solidFill>
                  <a:srgbClr val="00206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</p:grpSp>
      <p:sp>
        <p:nvSpPr>
          <p:cNvPr id="114" name="Google Shape;114;p1"/>
          <p:cNvSpPr txBox="1"/>
          <p:nvPr/>
        </p:nvSpPr>
        <p:spPr>
          <a:xfrm>
            <a:off x="424665" y="16214823"/>
            <a:ext cx="6830161" cy="270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250" tIns="19125" rIns="38250" bIns="19125" anchor="t" anchorCtr="0">
            <a:spAutoFit/>
          </a:bodyPr>
          <a:lstStyle/>
          <a:p>
            <a:pPr marL="239230" marR="0" lvl="0" indent="-143538" algn="l" rtl="0">
              <a:spcBef>
                <a:spcPts val="0"/>
              </a:spcBef>
              <a:spcAft>
                <a:spcPts val="0"/>
              </a:spcAft>
              <a:buNone/>
            </a:pPr>
            <a:endParaRPr sz="1507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"/>
          <p:cNvSpPr txBox="1"/>
          <p:nvPr/>
        </p:nvSpPr>
        <p:spPr>
          <a:xfrm>
            <a:off x="218306" y="16347918"/>
            <a:ext cx="7397264" cy="322109"/>
          </a:xfrm>
          <a:prstGeom prst="rect">
            <a:avLst/>
          </a:prstGeom>
          <a:solidFill>
            <a:srgbClr val="FFC000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38250" tIns="19125" rIns="38250" bIns="1912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42" b="1" i="0" u="none" strike="noStrike" cap="none">
                <a:solidFill>
                  <a:srgbClr val="002060"/>
                </a:solidFill>
                <a:latin typeface="Comic Sans MS"/>
                <a:ea typeface="Comic Sans MS"/>
                <a:cs typeface="Comic Sans MS"/>
                <a:sym typeface="Comic Sans MS"/>
              </a:rPr>
              <a:t>Empirical, Calculations, Tools &amp; Techniques</a:t>
            </a:r>
            <a:endParaRPr sz="1842" b="1" i="0" u="none" strike="noStrike" cap="none">
              <a:solidFill>
                <a:srgbClr val="00206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16" name="Google Shape;116;p1"/>
          <p:cNvSpPr txBox="1"/>
          <p:nvPr/>
        </p:nvSpPr>
        <p:spPr>
          <a:xfrm>
            <a:off x="7801192" y="2145342"/>
            <a:ext cx="7097496" cy="322109"/>
          </a:xfrm>
          <a:prstGeom prst="rect">
            <a:avLst/>
          </a:prstGeom>
          <a:solidFill>
            <a:srgbClr val="FFC000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38250" tIns="19125" rIns="38250" bIns="1912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42" b="1" i="0" u="none" strike="noStrike" cap="none">
                <a:solidFill>
                  <a:srgbClr val="002060"/>
                </a:solidFill>
                <a:latin typeface="Comic Sans MS"/>
                <a:ea typeface="Comic Sans MS"/>
                <a:cs typeface="Comic Sans MS"/>
                <a:sym typeface="Comic Sans MS"/>
              </a:rPr>
              <a:t>Results &amp; Discussions</a:t>
            </a:r>
            <a:endParaRPr sz="1842" b="1" i="0" u="none" strike="noStrike" cap="none">
              <a:solidFill>
                <a:srgbClr val="00206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17" name="Google Shape;117;p1"/>
          <p:cNvSpPr txBox="1"/>
          <p:nvPr/>
        </p:nvSpPr>
        <p:spPr>
          <a:xfrm>
            <a:off x="7783025" y="9418154"/>
            <a:ext cx="7097496" cy="322109"/>
          </a:xfrm>
          <a:prstGeom prst="rect">
            <a:avLst/>
          </a:prstGeom>
          <a:solidFill>
            <a:srgbClr val="FFC000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38250" tIns="19125" rIns="38250" bIns="1912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42" b="1" i="0" u="none" strike="noStrike" cap="none">
                <a:solidFill>
                  <a:srgbClr val="002060"/>
                </a:solidFill>
                <a:latin typeface="Comic Sans MS"/>
                <a:ea typeface="Comic Sans MS"/>
                <a:cs typeface="Comic Sans MS"/>
                <a:sym typeface="Comic Sans MS"/>
              </a:rPr>
              <a:t>Testing/Validation &amp; Feedback</a:t>
            </a:r>
            <a:endParaRPr/>
          </a:p>
        </p:txBody>
      </p:sp>
      <p:sp>
        <p:nvSpPr>
          <p:cNvPr id="118" name="Google Shape;118;p1"/>
          <p:cNvSpPr txBox="1"/>
          <p:nvPr/>
        </p:nvSpPr>
        <p:spPr>
          <a:xfrm>
            <a:off x="7838482" y="16587836"/>
            <a:ext cx="7097496" cy="346410"/>
          </a:xfrm>
          <a:prstGeom prst="rect">
            <a:avLst/>
          </a:prstGeom>
          <a:solidFill>
            <a:srgbClr val="FFC000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38250" tIns="19125" rIns="38250" bIns="1912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References</a:t>
            </a:r>
            <a:endParaRPr/>
          </a:p>
        </p:txBody>
      </p:sp>
      <p:sp>
        <p:nvSpPr>
          <p:cNvPr id="119" name="Google Shape;119;p1"/>
          <p:cNvSpPr txBox="1"/>
          <p:nvPr/>
        </p:nvSpPr>
        <p:spPr>
          <a:xfrm>
            <a:off x="12921869" y="111045"/>
            <a:ext cx="2207895" cy="2630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300" rIns="0" bIns="0" anchor="t" anchorCtr="0">
            <a:spAutoFit/>
          </a:bodyPr>
          <a:lstStyle/>
          <a:p>
            <a:pPr marL="5316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74" b="0" i="1" u="none" strike="noStrike" cap="none">
                <a:solidFill>
                  <a:srgbClr val="422C75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Go, change the world</a:t>
            </a:r>
            <a:endParaRPr sz="1674" b="0" i="0" u="none" strike="noStrike" cap="none">
              <a:solidFill>
                <a:schemeClr val="dk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120" name="Google Shape;120;p1"/>
          <p:cNvSpPr txBox="1"/>
          <p:nvPr/>
        </p:nvSpPr>
        <p:spPr>
          <a:xfrm>
            <a:off x="91439" y="6726829"/>
            <a:ext cx="7260250" cy="322109"/>
          </a:xfrm>
          <a:prstGeom prst="rect">
            <a:avLst/>
          </a:prstGeom>
          <a:solidFill>
            <a:srgbClr val="FFC000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38250" tIns="19125" rIns="38250" bIns="1912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42" b="1" i="0" u="none" strike="noStrike" cap="none">
                <a:solidFill>
                  <a:srgbClr val="002060"/>
                </a:solidFill>
                <a:latin typeface="Comic Sans MS"/>
                <a:ea typeface="Comic Sans MS"/>
                <a:cs typeface="Comic Sans MS"/>
                <a:sym typeface="Comic Sans MS"/>
              </a:rPr>
              <a:t>Methodology</a:t>
            </a:r>
            <a:endParaRPr sz="1842" b="1" i="0" u="none" strike="noStrike" cap="none">
              <a:solidFill>
                <a:srgbClr val="00206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21" name="Google Shape;121;p1"/>
          <p:cNvSpPr txBox="1"/>
          <p:nvPr/>
        </p:nvSpPr>
        <p:spPr>
          <a:xfrm>
            <a:off x="218306" y="4381421"/>
            <a:ext cx="7285572" cy="322109"/>
          </a:xfrm>
          <a:prstGeom prst="rect">
            <a:avLst/>
          </a:prstGeom>
          <a:solidFill>
            <a:srgbClr val="FFC000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38250" tIns="19125" rIns="38250" bIns="1912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42" b="1" i="0" u="none" strike="noStrike" cap="none">
                <a:solidFill>
                  <a:srgbClr val="002060"/>
                </a:solidFill>
                <a:latin typeface="Comic Sans MS"/>
                <a:ea typeface="Comic Sans MS"/>
                <a:cs typeface="Comic Sans MS"/>
                <a:sym typeface="Comic Sans MS"/>
              </a:rPr>
              <a:t>Objectives</a:t>
            </a:r>
            <a:endParaRPr sz="1842" b="1" i="0" u="none" strike="noStrike" cap="none">
              <a:solidFill>
                <a:srgbClr val="00206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122" name="Google Shape;122;p1" descr="May be an image of text that says &quot;R RASHTREEYA R SIKSHANA SAMITHI SAMAITHI V TRUST INSTITUTIONS&quot;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5992" y="111045"/>
            <a:ext cx="1655508" cy="165550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"/>
          <p:cNvSpPr txBox="1"/>
          <p:nvPr/>
        </p:nvSpPr>
        <p:spPr>
          <a:xfrm>
            <a:off x="13291426" y="1408999"/>
            <a:ext cx="1655509" cy="4079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250" tIns="19125" rIns="38250" bIns="1912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b="1" i="0" u="none" strike="noStrike" cap="none">
                <a:solidFill>
                  <a:srgbClr val="833C0B"/>
                </a:solidFill>
                <a:latin typeface="Trebuchet MS"/>
                <a:ea typeface="Trebuchet MS"/>
                <a:cs typeface="Trebuchet MS"/>
                <a:sym typeface="Trebuchet MS"/>
              </a:rPr>
              <a:t>Batch No:</a:t>
            </a:r>
            <a:endParaRPr sz="2512" b="1" i="0" u="none" strike="noStrike" cap="none">
              <a:solidFill>
                <a:srgbClr val="52705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24" name="Google Shape;124;p1"/>
          <p:cNvSpPr txBox="1"/>
          <p:nvPr/>
        </p:nvSpPr>
        <p:spPr>
          <a:xfrm>
            <a:off x="7830348" y="13036948"/>
            <a:ext cx="7097496" cy="322109"/>
          </a:xfrm>
          <a:prstGeom prst="rect">
            <a:avLst/>
          </a:prstGeom>
          <a:solidFill>
            <a:srgbClr val="FFC000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38250" tIns="19125" rIns="38250" bIns="1912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42" b="1" i="0" u="none" strike="noStrike" cap="none">
                <a:solidFill>
                  <a:srgbClr val="002060"/>
                </a:solidFill>
                <a:latin typeface="Comic Sans MS"/>
                <a:ea typeface="Comic Sans MS"/>
                <a:cs typeface="Comic Sans MS"/>
                <a:sym typeface="Comic Sans MS"/>
              </a:rPr>
              <a:t>Measurable Outcomes </a:t>
            </a:r>
            <a:endParaRPr/>
          </a:p>
        </p:txBody>
      </p:sp>
      <p:sp>
        <p:nvSpPr>
          <p:cNvPr id="125" name="Google Shape;125;p1"/>
          <p:cNvSpPr txBox="1"/>
          <p:nvPr/>
        </p:nvSpPr>
        <p:spPr>
          <a:xfrm>
            <a:off x="7838482" y="18678289"/>
            <a:ext cx="7097496" cy="346410"/>
          </a:xfrm>
          <a:prstGeom prst="rect">
            <a:avLst/>
          </a:prstGeom>
          <a:solidFill>
            <a:srgbClr val="FFC000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38250" tIns="19125" rIns="38250" bIns="1912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QR codes</a:t>
            </a:r>
            <a:endParaRPr sz="20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1"/>
          <p:cNvSpPr/>
          <p:nvPr/>
        </p:nvSpPr>
        <p:spPr>
          <a:xfrm>
            <a:off x="10431773" y="19104476"/>
            <a:ext cx="1800000" cy="18000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1C305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QR Code of Demonstration of the prototype /design simulation </a:t>
            </a:r>
            <a:endParaRPr sz="18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"/>
          <p:cNvSpPr txBox="1"/>
          <p:nvPr/>
        </p:nvSpPr>
        <p:spPr>
          <a:xfrm>
            <a:off x="12576107" y="404874"/>
            <a:ext cx="2304414" cy="4490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250" tIns="19125" rIns="38250" bIns="1912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 baseline="30000">
                <a:solidFill>
                  <a:srgbClr val="833C0B"/>
                </a:solidFill>
                <a:latin typeface="Trebuchet MS"/>
                <a:ea typeface="Trebuchet MS"/>
                <a:cs typeface="Trebuchet MS"/>
                <a:sym typeface="Trebuchet MS"/>
              </a:rPr>
              <a:t>V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>
                <a:solidFill>
                  <a:srgbClr val="833C0B"/>
                </a:solidFill>
                <a:latin typeface="Trebuchet MS"/>
                <a:ea typeface="Trebuchet MS"/>
                <a:cs typeface="Trebuchet MS"/>
                <a:sym typeface="Trebuchet MS"/>
              </a:rPr>
              <a:t>Major Project VIII sem</a:t>
            </a:r>
            <a:endParaRPr sz="1800" b="1" i="0" u="none" strike="noStrike" cap="none">
              <a:solidFill>
                <a:srgbClr val="52705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86</Words>
  <Application>Microsoft Office PowerPoint</Application>
  <PresentationFormat>Custom</PresentationFormat>
  <Paragraphs>21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0" baseType="lpstr">
      <vt:lpstr>Comic Sans MS</vt:lpstr>
      <vt:lpstr>Georgia</vt:lpstr>
      <vt:lpstr>Times New Roman</vt:lpstr>
      <vt:lpstr>Playfair Display</vt:lpstr>
      <vt:lpstr>Arial</vt:lpstr>
      <vt:lpstr>Trebuchet MS</vt:lpstr>
      <vt:lpstr>Tahoma</vt:lpstr>
      <vt:lpstr>Calibri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india</dc:creator>
  <cp:lastModifiedBy>Amrut R</cp:lastModifiedBy>
  <cp:revision>1</cp:revision>
  <dcterms:created xsi:type="dcterms:W3CDTF">2020-07-26T16:54:19Z</dcterms:created>
  <dcterms:modified xsi:type="dcterms:W3CDTF">2026-06-21T07:38:49Z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1033-11.2.0.9453</vt:lpwstr>
  </property>
</Properties>
</file>